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B2BC8"/>
          </a:solidFill>
          <a:ln w="12700">
            <a:solidFill>
              <a:srgbClr val="2B2B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42832" y="0"/>
            <a:ext cx="201168" cy="5143500"/>
          </a:xfrm>
          <a:prstGeom prst="rect">
            <a:avLst/>
          </a:prstGeom>
          <a:solidFill>
            <a:srgbClr val="2B2BC8"/>
          </a:solidFill>
          <a:ln w="12700">
            <a:solidFill>
              <a:srgbClr val="2B2BC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B2BC8"/>
          </a:solidFill>
          <a:ln w="12700">
            <a:solidFill>
              <a:srgbClr val="2B2BC8"/>
            </a:solidFill>
            <a:prstDash val="solid"/>
          </a:ln>
        </p:spPr>
      </p:sp>
      <p:pic>
        <p:nvPicPr>
          <p:cNvPr id="5" name="Image 0" descr="/sessions/intelligent-clever-carson/polymathic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1800" y="1005840"/>
            <a:ext cx="3200400" cy="12161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Automation for Modern Business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560320" y="2926080"/>
            <a:ext cx="4023360" cy="22860"/>
          </a:xfrm>
          <a:prstGeom prst="rect">
            <a:avLst/>
          </a:prstGeom>
          <a:solidFill>
            <a:srgbClr val="8080CC"/>
          </a:solidFill>
          <a:ln w="12700">
            <a:solidFill>
              <a:srgbClr val="8080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[Presentation Title]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Name]  •  [Date]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polymathics.ai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0D78"/>
          </a:solidFill>
          <a:ln w="12700">
            <a:solidFill>
              <a:srgbClr val="0D0D7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50292"/>
          </a:xfrm>
          <a:prstGeom prst="rect">
            <a:avLst/>
          </a:prstGeom>
          <a:solidFill>
            <a:srgbClr val="2B2BC8"/>
          </a:solidFill>
          <a:ln w="12700">
            <a:solidFill>
              <a:srgbClr val="2B2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pic>
        <p:nvPicPr>
          <p:cNvPr id="5" name="Image 0" descr="/sessions/intelligent-clever-carson/polymathic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91440"/>
            <a:ext cx="1371600" cy="521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188720"/>
            <a:ext cx="2011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11480" y="1188720"/>
            <a:ext cx="2011680" cy="594360"/>
          </a:xfrm>
          <a:prstGeom prst="rect">
            <a:avLst/>
          </a:prstGeom>
          <a:solidFill>
            <a:srgbClr val="0D0D78"/>
          </a:solidFill>
          <a:ln w="12700">
            <a:solidFill>
              <a:srgbClr val="0D0D7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11887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548640" y="192024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0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[Topic 1]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1737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description of this section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87752" y="1188720"/>
            <a:ext cx="2011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587752" y="1188720"/>
            <a:ext cx="2011680" cy="594360"/>
          </a:xfrm>
          <a:prstGeom prst="rect">
            <a:avLst/>
          </a:prstGeom>
          <a:solidFill>
            <a:srgbClr val="0D0D78"/>
          </a:solidFill>
          <a:ln w="12700">
            <a:solidFill>
              <a:srgbClr val="0D0D7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87752" y="11887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724912" y="192024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0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[Topic 2]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2724912" y="2606040"/>
            <a:ext cx="1737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description of this section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764024" y="1188720"/>
            <a:ext cx="2011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764024" y="1188720"/>
            <a:ext cx="2011680" cy="594360"/>
          </a:xfrm>
          <a:prstGeom prst="rect">
            <a:avLst/>
          </a:prstGeom>
          <a:solidFill>
            <a:srgbClr val="0D0D78"/>
          </a:solidFill>
          <a:ln w="12700">
            <a:solidFill>
              <a:srgbClr val="0D0D7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64024" y="11887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901184" y="192024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0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[Topic 3]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901184" y="2606040"/>
            <a:ext cx="1737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description of this section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940296" y="1188720"/>
            <a:ext cx="2011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940296" y="1188720"/>
            <a:ext cx="2011680" cy="594360"/>
          </a:xfrm>
          <a:prstGeom prst="rect">
            <a:avLst/>
          </a:prstGeom>
          <a:solidFill>
            <a:srgbClr val="0D0D78"/>
          </a:solidFill>
          <a:ln w="12700">
            <a:solidFill>
              <a:srgbClr val="0D0D7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940296" y="11887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077456" y="192024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0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[Topic 4]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7077456" y="2606040"/>
            <a:ext cx="1737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description of this section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0D78"/>
          </a:solidFill>
          <a:ln w="12700">
            <a:solidFill>
              <a:srgbClr val="0D0D7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Polymathics  |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0D0D78"/>
          </a:solidFill>
          <a:ln w="12700">
            <a:solidFill>
              <a:srgbClr val="0D0D7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0" y="0"/>
            <a:ext cx="73152" cy="5143500"/>
          </a:xfrm>
          <a:prstGeom prst="rect">
            <a:avLst/>
          </a:prstGeom>
          <a:solidFill>
            <a:srgbClr val="2B2BC8"/>
          </a:solidFill>
          <a:ln w="12700">
            <a:solidFill>
              <a:srgbClr val="2B2BC8"/>
            </a:solidFill>
            <a:prstDash val="solid"/>
          </a:ln>
        </p:spPr>
      </p:sp>
      <p:pic>
        <p:nvPicPr>
          <p:cNvPr id="4" name="Image 0" descr="/sessions/intelligent-clever-carson/polymathics_ico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868680" cy="868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08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274320" y="16916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0" dirty="0"/>
          </a:p>
        </p:txBody>
      </p:sp>
      <p:sp>
        <p:nvSpPr>
          <p:cNvPr id="7" name="Text 4"/>
          <p:cNvSpPr/>
          <p:nvPr/>
        </p:nvSpPr>
        <p:spPr>
          <a:xfrm>
            <a:off x="274320" y="2788920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[Section Title]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023360" y="14630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0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[Section description]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023360" y="2057400"/>
            <a:ext cx="1097280" cy="50292"/>
          </a:xfrm>
          <a:prstGeom prst="rect">
            <a:avLst/>
          </a:prstGeom>
          <a:solidFill>
            <a:srgbClr val="2B2BC8"/>
          </a:solidFill>
          <a:ln w="12700">
            <a:solidFill>
              <a:srgbClr val="2B2BC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023360" y="228600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overview of what will be covered in this section. Add key talking points or objectives here.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0D78"/>
          </a:solidFill>
          <a:ln w="12700">
            <a:solidFill>
              <a:srgbClr val="0D0D7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Polymathics  |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0D78"/>
          </a:solidFill>
          <a:ln w="12700">
            <a:solidFill>
              <a:srgbClr val="0D0D7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50292"/>
          </a:xfrm>
          <a:prstGeom prst="rect">
            <a:avLst/>
          </a:prstGeom>
          <a:solidFill>
            <a:srgbClr val="2B2BC8"/>
          </a:solidFill>
          <a:ln w="12700">
            <a:solidFill>
              <a:srgbClr val="2B2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[Slide Title]</a:t>
            </a:r>
            <a:endParaRPr lang="en-US" sz="2600" dirty="0"/>
          </a:p>
        </p:txBody>
      </p:sp>
      <p:pic>
        <p:nvPicPr>
          <p:cNvPr id="5" name="Image 0" descr="/sessions/intelligent-clever-carson/polymathic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09728"/>
            <a:ext cx="1188720" cy="45171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" y="1005840"/>
            <a:ext cx="39319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20040" y="1005840"/>
            <a:ext cx="3931920" cy="64008"/>
          </a:xfrm>
          <a:prstGeom prst="rect">
            <a:avLst/>
          </a:prstGeom>
          <a:solidFill>
            <a:srgbClr val="2B2BC8"/>
          </a:solidFill>
          <a:ln w="12700">
            <a:solidFill>
              <a:srgbClr val="2B2BC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11430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0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[Left Column Heading]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02920" y="169164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point one goes here with brief explanation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point two with relevant supporting detail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point three highlighting important insight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point four with call to action or next step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17720" y="1005840"/>
            <a:ext cx="4206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1005840"/>
            <a:ext cx="4206240" cy="64008"/>
          </a:xfrm>
          <a:prstGeom prst="rect">
            <a:avLst/>
          </a:prstGeom>
          <a:solidFill>
            <a:srgbClr val="8080CC"/>
          </a:solidFill>
          <a:ln w="12700">
            <a:solidFill>
              <a:srgbClr val="8080C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00600" y="11430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0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[Right Column Heading]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800600" y="1691640"/>
            <a:ext cx="38404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supporting content here — data, insights, visuals, or elaboration on the key points from the left. This could also be a chart, diagram, or image area.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0D78"/>
          </a:solidFill>
          <a:ln w="12700">
            <a:solidFill>
              <a:srgbClr val="0D0D7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Polymathics  |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B2BC8"/>
          </a:solidFill>
          <a:ln w="12700">
            <a:solidFill>
              <a:srgbClr val="2B2B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[Section / Impact Title]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results and performance metrics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554480"/>
            <a:ext cx="2377440" cy="2560320"/>
          </a:xfrm>
          <a:prstGeom prst="rect">
            <a:avLst/>
          </a:prstGeom>
          <a:solidFill>
            <a:srgbClr val="2B2BC8"/>
          </a:solidFill>
          <a:ln w="12700">
            <a:solidFill>
              <a:srgbClr val="8080CC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554480"/>
            <a:ext cx="2377440" cy="64008"/>
          </a:xfrm>
          <a:prstGeom prst="rect">
            <a:avLst/>
          </a:prstGeom>
          <a:solidFill>
            <a:srgbClr val="8080CC"/>
          </a:solidFill>
          <a:ln w="12700">
            <a:solidFill>
              <a:srgbClr val="8080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XX%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914400" y="27432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[Metric Label]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29184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context for this figure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11880" y="1554480"/>
            <a:ext cx="2377440" cy="2560320"/>
          </a:xfrm>
          <a:prstGeom prst="rect">
            <a:avLst/>
          </a:prstGeom>
          <a:solidFill>
            <a:srgbClr val="2B2BC8"/>
          </a:solidFill>
          <a:ln w="12700">
            <a:solidFill>
              <a:srgbClr val="8080CC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11880" y="1554480"/>
            <a:ext cx="2377440" cy="64008"/>
          </a:xfrm>
          <a:prstGeom prst="rect">
            <a:avLst/>
          </a:prstGeom>
          <a:solidFill>
            <a:srgbClr val="8080CC"/>
          </a:solidFill>
          <a:ln w="12700">
            <a:solidFill>
              <a:srgbClr val="8080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3320" y="173736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$XM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3703320" y="27432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[Metric Label]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49040" y="329184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context for this figure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0" y="1554480"/>
            <a:ext cx="2377440" cy="2560320"/>
          </a:xfrm>
          <a:prstGeom prst="rect">
            <a:avLst/>
          </a:prstGeom>
          <a:solidFill>
            <a:srgbClr val="2B2BC8"/>
          </a:solidFill>
          <a:ln w="12700">
            <a:solidFill>
              <a:srgbClr val="8080CC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0" y="1554480"/>
            <a:ext cx="2377440" cy="64008"/>
          </a:xfrm>
          <a:prstGeom prst="rect">
            <a:avLst/>
          </a:prstGeom>
          <a:solidFill>
            <a:srgbClr val="8080CC"/>
          </a:solidFill>
          <a:ln w="12700">
            <a:solidFill>
              <a:srgbClr val="8080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73736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XXx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6492240" y="27432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[Metric Label]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37960" y="329184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context for this figure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B2BC8"/>
          </a:solidFill>
          <a:ln w="12700">
            <a:solidFill>
              <a:srgbClr val="2B2B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Polymathics  |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0D78"/>
          </a:solidFill>
          <a:ln w="12700">
            <a:solidFill>
              <a:srgbClr val="0D0D7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50292"/>
          </a:xfrm>
          <a:prstGeom prst="rect">
            <a:avLst/>
          </a:prstGeom>
          <a:solidFill>
            <a:srgbClr val="2B2BC8"/>
          </a:solidFill>
          <a:ln w="12700">
            <a:solidFill>
              <a:srgbClr val="2B2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[Slide Title]</a:t>
            </a:r>
            <a:endParaRPr lang="en-US" sz="2600" dirty="0"/>
          </a:p>
        </p:txBody>
      </p:sp>
      <p:pic>
        <p:nvPicPr>
          <p:cNvPr id="5" name="Image 0" descr="/sessions/intelligent-clever-carson/polymathic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09728"/>
            <a:ext cx="1188720" cy="45171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" y="1005840"/>
            <a:ext cx="85039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20040" y="1005840"/>
            <a:ext cx="82296" cy="3657600"/>
          </a:xfrm>
          <a:prstGeom prst="rect">
            <a:avLst/>
          </a:prstGeom>
          <a:solidFill>
            <a:srgbClr val="2B2BC8"/>
          </a:solidFill>
          <a:ln w="12700">
            <a:solidFill>
              <a:srgbClr val="2B2BC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10972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[Content Heading]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8640" y="169164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Primary point: Add your key message or finding here with supporting detail and context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Secondary point: Expand with relevant data, examples, or case study highlights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Supporting evidence: Reference specific metrics, customer outcomes, or ROI figures here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Next steps / recommendation: Clear, actionable guidance for the audience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0D78"/>
          </a:solidFill>
          <a:ln w="12700">
            <a:solidFill>
              <a:srgbClr val="0D0D7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Polymathics  |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B2BC8"/>
          </a:solidFill>
          <a:ln w="12700">
            <a:solidFill>
              <a:srgbClr val="2B2B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42832" y="0"/>
            <a:ext cx="201168" cy="5143500"/>
          </a:xfrm>
          <a:prstGeom prst="rect">
            <a:avLst/>
          </a:prstGeom>
          <a:solidFill>
            <a:srgbClr val="2B2BC8"/>
          </a:solidFill>
          <a:ln w="12700">
            <a:solidFill>
              <a:srgbClr val="2B2BC8"/>
            </a:solidFill>
            <a:prstDash val="solid"/>
          </a:ln>
        </p:spPr>
      </p:sp>
      <p:pic>
        <p:nvPicPr>
          <p:cNvPr id="4" name="Image 0" descr="/sessions/intelligent-clever-carson/polymathic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457200"/>
            <a:ext cx="2926080" cy="11119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6916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2743200" y="2514600"/>
            <a:ext cx="3657600" cy="27432"/>
          </a:xfrm>
          <a:prstGeom prst="rect">
            <a:avLst/>
          </a:prstGeom>
          <a:solidFill>
            <a:srgbClr val="8080CC"/>
          </a:solidFill>
          <a:ln w="12700">
            <a:solidFill>
              <a:srgbClr val="8080C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Empowering businesses with intelligent AI automation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  |  [email@polymathics.ai]  |  [Phone Number]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8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www.polymathics.ai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B2BC8"/>
          </a:solidFill>
          <a:ln w="12700">
            <a:solidFill>
              <a:srgbClr val="2B2BC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Polymathics. All rights reserved.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Polymathics – Presentation Template</dc:title>
  <dc:subject>AI Automation Demo Template</dc:subject>
  <dc:creator>Polymathics</dc:creator>
  <cp:lastModifiedBy>Polymathics</cp:lastModifiedBy>
  <cp:revision>1</cp:revision>
  <dcterms:created xsi:type="dcterms:W3CDTF">2026-03-02T15:02:20Z</dcterms:created>
  <dcterms:modified xsi:type="dcterms:W3CDTF">2026-03-02T15:02:20Z</dcterms:modified>
</cp:coreProperties>
</file>