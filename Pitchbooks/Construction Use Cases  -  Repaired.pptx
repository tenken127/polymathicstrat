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18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040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084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Automation for Modern Business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560320" y="2926080"/>
            <a:ext cx="4023360" cy="22860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Use Cases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Solutions  •  2026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polymathics.ai</a:t>
            </a:r>
            <a:endParaRPr lang="en-US" sz="1000" dirty="0"/>
          </a:p>
        </p:txBody>
      </p:sp>
      <p:pic>
        <p:nvPicPr>
          <p:cNvPr id="14" name="Picture 13" descr="A blue and white logo&#10;&#10;AI-generated content may be incorrect.">
            <a:extLst>
              <a:ext uri="{FF2B5EF4-FFF2-40B4-BE49-F238E27FC236}">
                <a16:creationId xmlns:a16="http://schemas.microsoft.com/office/drawing/2014/main" id="{AE91F655-7FDA-EF09-33D3-450606B47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68" y="507197"/>
            <a:ext cx="2897464" cy="13732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11480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Project Dashboard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across all active projects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87752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587752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87752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724912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from Bid Documents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724912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quantity takeoffs in minutes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64024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64024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64024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901184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Bid-to-Gantt Automation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901184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requirements into project schedules instantly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940296" y="11887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940296" y="1188720"/>
            <a:ext cx="2011680" cy="5943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40296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077456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077456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metrics across all three automation use cases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29" name="Picture 28" descr="A blue and white logo&#10;&#10;AI-generated content may be incorrect.">
            <a:extLst>
              <a:ext uri="{FF2B5EF4-FFF2-40B4-BE49-F238E27FC236}">
                <a16:creationId xmlns:a16="http://schemas.microsoft.com/office/drawing/2014/main" id="{AD9A87A0-6FDC-F09D-9200-3579F14C5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73152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808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1691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274320" y="27889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Project Dashboard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023360" y="14630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project visibility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023360" y="2057400"/>
            <a:ext cx="109728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023360" y="22860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aggregates data from multiple sources to deliver real-time dashboards — no manual updates needed.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4" name="Picture 13" descr="A blue and black logo&#10;&#10;AI-generated content may be incorrect.">
            <a:extLst>
              <a:ext uri="{FF2B5EF4-FFF2-40B4-BE49-F238E27FC236}">
                <a16:creationId xmlns:a16="http://schemas.microsoft.com/office/drawing/2014/main" id="{066683B4-8D65-612A-6C91-FB0EFA8DF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80" y="365760"/>
            <a:ext cx="789112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Fragmented Project Data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8503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82296" cy="36576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 for Construction Project Managers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Scattered data: Project updates live in emails, spreadsheets, and disconnected apps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reporting: PMs spend 5–10 hours/week compiling status reports by hand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real-time visibility: Leadership lacks live insight into schedule, budget, and risk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Delayed decisions: Issues surface late due to lagging, fragmented reporting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2" name="Picture 11" descr="A blue and white logo&#10;&#10;AI-generated content may be incorrect.">
            <a:extLst>
              <a:ext uri="{FF2B5EF4-FFF2-40B4-BE49-F238E27FC236}">
                <a16:creationId xmlns:a16="http://schemas.microsoft.com/office/drawing/2014/main" id="{F373067A-860C-201F-359A-33A986C01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Dynamic Project Dashboard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3931920" cy="64008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143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Modules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16916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 Tracker: Live Gantt view across all active projects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Monitor: Real-time cost vs. forecast with variance alerts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Log: Auto-prioritized issues and blockers by severity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Subcontractor Status: Daily progress updates pulled automatically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17720" y="100584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17720" y="1005840"/>
            <a:ext cx="4206240" cy="64008"/>
          </a:xfrm>
          <a:prstGeom prst="rect">
            <a:avLst/>
          </a:prstGeom>
          <a:solidFill>
            <a:srgbClr val="8080CC"/>
          </a:solidFill>
          <a:ln w="12700">
            <a:solidFill>
              <a:srgbClr val="808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060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Polymathics Powers It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00600" y="169164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connects to your existing project management tools (Procore, Buildertrend, MS Project) and automatically pulls, normalizes, and visualizes data in a single live dashboard — updated every hour without any manual input.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6" name="Picture 15" descr="A blue and white logo&#10;&#10;AI-generated content may be incorrect.">
            <a:extLst>
              <a:ext uri="{FF2B5EF4-FFF2-40B4-BE49-F238E27FC236}">
                <a16:creationId xmlns:a16="http://schemas.microsoft.com/office/drawing/2014/main" id="{C46742D4-77AD-F210-E02F-2BC85A2A7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73152" cy="51435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808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1691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274320" y="27889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from Bid Documents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023360" y="14630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estimation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023360" y="2057400"/>
            <a:ext cx="109728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023360" y="22860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bid documents and let AI extract quantities, materials, and labor costs — delivering a complete estimate in minutes, not days.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4" name="Picture 13" descr="A blue and black logo&#10;&#10;AI-generated content may be incorrect.">
            <a:extLst>
              <a:ext uri="{FF2B5EF4-FFF2-40B4-BE49-F238E27FC236}">
                <a16:creationId xmlns:a16="http://schemas.microsoft.com/office/drawing/2014/main" id="{066683B4-8D65-612A-6C91-FB0EFA8DF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80" y="365760"/>
            <a:ext cx="789112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Bid Document Analysis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8503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82296" cy="3657600"/>
          </a:xfrm>
          <a:prstGeom prst="rect">
            <a:avLst/>
          </a:prstGeom>
          <a:solidFill>
            <a:srgbClr val="2B2BC8"/>
          </a:solidFill>
          <a:ln w="12700">
            <a:solidFill>
              <a:srgbClr val="2B2B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Estimation Process Works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1 — Upload: Drop in bid documents (PDF, Excel, CAD) into the Polymathics portal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2 — Extract: AI reads and parses scope of work, specs, and quantity tables automatically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3 — Estimate: Labor, materials, and equipment costs are calculated using live price databases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4 — Export: Receive a structured estimate in Excel or your estimating software format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0D78"/>
          </a:solidFill>
          <a:ln w="12700">
            <a:solidFill>
              <a:srgbClr val="0D0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Polymathics  |  Confidential</a:t>
            </a:r>
            <a:endParaRPr lang="en-US" sz="900" dirty="0"/>
          </a:p>
        </p:txBody>
      </p:sp>
      <p:pic>
        <p:nvPicPr>
          <p:cNvPr id="12" name="Picture 11" descr="A blue and white logo&#10;&#10;AI-generated content may be incorrect.">
            <a:extLst>
              <a:ext uri="{FF2B5EF4-FFF2-40B4-BE49-F238E27FC236}">
                <a16:creationId xmlns:a16="http://schemas.microsoft.com/office/drawing/2014/main" id="{F373067A-860C-201F-359A-33A986C01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1" y="47547"/>
            <a:ext cx="1518243" cy="7195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2819</TotalTime>
  <Words>394</Words>
  <Application>Microsoft Macintosh PowerPoint</Application>
  <PresentationFormat>On-screen Show (16:9)</PresentationFormat>
  <Paragraphs>69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Polymathics – Presentation Template</dc:title>
  <dc:subject>AI Automation Demo Template</dc:subject>
  <dc:creator>Polymathics</dc:creator>
  <cp:lastModifiedBy>Dagoberto Farias</cp:lastModifiedBy>
  <cp:revision>3</cp:revision>
  <dcterms:created xsi:type="dcterms:W3CDTF">2026-03-02T15:02:20Z</dcterms:created>
  <dcterms:modified xsi:type="dcterms:W3CDTF">2026-03-04T16:17:32Z</dcterms:modified>
</cp:coreProperties>
</file>