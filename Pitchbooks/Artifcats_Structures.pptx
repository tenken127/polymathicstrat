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49"/>
    <p:restoredTop sz="94610"/>
  </p:normalViewPr>
  <p:slideViewPr>
    <p:cSldViewPr snapToGrid="0" snapToObjects="1">
      <p:cViewPr varScale="1">
        <p:scale>
          <a:sx n="176" d="100"/>
          <a:sy n="176" d="100"/>
        </p:scale>
        <p:origin x="968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8084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B2BC8"/>
          </a:solidFill>
          <a:ln w="12700">
            <a:solidFill>
              <a:srgbClr val="2B2B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942832" y="0"/>
            <a:ext cx="201168" cy="5143500"/>
          </a:xfrm>
          <a:prstGeom prst="rect">
            <a:avLst/>
          </a:prstGeom>
          <a:solidFill>
            <a:srgbClr val="2B2BC8"/>
          </a:solidFill>
          <a:ln w="12700">
            <a:solidFill>
              <a:srgbClr val="2B2B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B2BC8"/>
          </a:solidFill>
          <a:ln w="12700">
            <a:solidFill>
              <a:srgbClr val="2B2B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2331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8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Automation for Modern Business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2560320" y="2926080"/>
            <a:ext cx="4023360" cy="22860"/>
          </a:xfrm>
          <a:prstGeom prst="rect">
            <a:avLst/>
          </a:prstGeom>
          <a:solidFill>
            <a:srgbClr val="8080CC"/>
          </a:solidFill>
          <a:ln w="12700">
            <a:solidFill>
              <a:srgbClr val="8080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3108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[Presentation Title]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8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[Client Name]  •  [Date]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polymathics.ai</a:t>
            </a:r>
            <a:endParaRPr lang="en-US" sz="1000" dirty="0"/>
          </a:p>
        </p:txBody>
      </p:sp>
      <p:pic>
        <p:nvPicPr>
          <p:cNvPr id="14" name="Picture 13" descr="A blue and white logo&#10;&#10;AI-generated content may be incorrect.">
            <a:extLst>
              <a:ext uri="{FF2B5EF4-FFF2-40B4-BE49-F238E27FC236}">
                <a16:creationId xmlns:a16="http://schemas.microsoft.com/office/drawing/2014/main" id="{AE91F655-7FDA-EF09-33D3-450606B47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3268" y="507197"/>
            <a:ext cx="2897464" cy="13732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0D78"/>
          </a:solidFill>
          <a:ln w="12700">
            <a:solidFill>
              <a:srgbClr val="0D0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50292"/>
          </a:xfrm>
          <a:prstGeom prst="rect">
            <a:avLst/>
          </a:prstGeom>
          <a:solidFill>
            <a:srgbClr val="2B2BC8"/>
          </a:solidFill>
          <a:ln w="12700">
            <a:solidFill>
              <a:srgbClr val="2B2B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11480" y="1188720"/>
            <a:ext cx="2011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E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11480" y="1188720"/>
            <a:ext cx="2011680" cy="594360"/>
          </a:xfrm>
          <a:prstGeom prst="rect">
            <a:avLst/>
          </a:prstGeom>
          <a:solidFill>
            <a:srgbClr val="0D0D78"/>
          </a:solidFill>
          <a:ln w="12700">
            <a:solidFill>
              <a:srgbClr val="0D0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11480" y="11887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8640" y="19202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0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[Topic 1]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260604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description of this section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587752" y="1188720"/>
            <a:ext cx="2011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E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587752" y="1188720"/>
            <a:ext cx="2011680" cy="594360"/>
          </a:xfrm>
          <a:prstGeom prst="rect">
            <a:avLst/>
          </a:prstGeom>
          <a:solidFill>
            <a:srgbClr val="0D0D78"/>
          </a:solidFill>
          <a:ln w="12700">
            <a:solidFill>
              <a:srgbClr val="0D0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587752" y="11887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2724912" y="19202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0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[Topic 2]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2724912" y="260604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description of this section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764024" y="1188720"/>
            <a:ext cx="2011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E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764024" y="1188720"/>
            <a:ext cx="2011680" cy="594360"/>
          </a:xfrm>
          <a:prstGeom prst="rect">
            <a:avLst/>
          </a:prstGeom>
          <a:solidFill>
            <a:srgbClr val="0D0D78"/>
          </a:solidFill>
          <a:ln w="12700">
            <a:solidFill>
              <a:srgbClr val="0D0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764024" y="11887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4901184" y="19202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0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[Topic 3]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901184" y="260604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description of this section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940296" y="1188720"/>
            <a:ext cx="2011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E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6940296" y="1188720"/>
            <a:ext cx="2011680" cy="594360"/>
          </a:xfrm>
          <a:prstGeom prst="rect">
            <a:avLst/>
          </a:prstGeom>
          <a:solidFill>
            <a:srgbClr val="0D0D78"/>
          </a:solidFill>
          <a:ln w="12700">
            <a:solidFill>
              <a:srgbClr val="0D0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940296" y="11887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7077456" y="19202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0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[Topic 4]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7077456" y="260604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description of this section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0D78"/>
          </a:solidFill>
          <a:ln w="12700">
            <a:solidFill>
              <a:srgbClr val="0D0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Polymathics  |  Confidential</a:t>
            </a:r>
            <a:endParaRPr lang="en-US" sz="900" dirty="0"/>
          </a:p>
        </p:txBody>
      </p:sp>
      <p:pic>
        <p:nvPicPr>
          <p:cNvPr id="29" name="Picture 28" descr="A blue and white logo&#10;&#10;AI-generated content may be incorrect.">
            <a:extLst>
              <a:ext uri="{FF2B5EF4-FFF2-40B4-BE49-F238E27FC236}">
                <a16:creationId xmlns:a16="http://schemas.microsoft.com/office/drawing/2014/main" id="{AD9A87A0-6FDC-F09D-9200-3579F14C5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2301" y="47547"/>
            <a:ext cx="1518243" cy="71957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D0D78"/>
          </a:solidFill>
          <a:ln w="12700">
            <a:solidFill>
              <a:srgbClr val="0D0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0" y="0"/>
            <a:ext cx="73152" cy="5143500"/>
          </a:xfrm>
          <a:prstGeom prst="rect">
            <a:avLst/>
          </a:prstGeom>
          <a:solidFill>
            <a:srgbClr val="2B2BC8"/>
          </a:solidFill>
          <a:ln w="12700">
            <a:solidFill>
              <a:srgbClr val="2B2B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274320" y="14173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808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274320" y="169164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0" dirty="0"/>
          </a:p>
        </p:txBody>
      </p:sp>
      <p:sp>
        <p:nvSpPr>
          <p:cNvPr id="7" name="Text 4"/>
          <p:cNvSpPr/>
          <p:nvPr/>
        </p:nvSpPr>
        <p:spPr>
          <a:xfrm>
            <a:off x="274320" y="278892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[Section Title]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023360" y="14630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0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[Section description]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023360" y="2057400"/>
            <a:ext cx="1097280" cy="50292"/>
          </a:xfrm>
          <a:prstGeom prst="rect">
            <a:avLst/>
          </a:prstGeom>
          <a:solidFill>
            <a:srgbClr val="2B2BC8"/>
          </a:solidFill>
          <a:ln w="12700">
            <a:solidFill>
              <a:srgbClr val="2B2B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023360" y="228600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overview of what will be covered in this section. Add key talking points or objectives here.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0D78"/>
          </a:solidFill>
          <a:ln w="12700">
            <a:solidFill>
              <a:srgbClr val="0D0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Polymathics  |  Confidential</a:t>
            </a:r>
            <a:endParaRPr lang="en-US" sz="900" dirty="0"/>
          </a:p>
        </p:txBody>
      </p:sp>
      <p:pic>
        <p:nvPicPr>
          <p:cNvPr id="14" name="Picture 13" descr="A blue and black logo&#10;&#10;AI-generated content may be incorrect.">
            <a:extLst>
              <a:ext uri="{FF2B5EF4-FFF2-40B4-BE49-F238E27FC236}">
                <a16:creationId xmlns:a16="http://schemas.microsoft.com/office/drawing/2014/main" id="{066683B4-8D65-612A-6C91-FB0EFA8DF1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880" y="365760"/>
            <a:ext cx="789112" cy="736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0D78"/>
          </a:solidFill>
          <a:ln w="12700">
            <a:solidFill>
              <a:srgbClr val="0D0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50292"/>
          </a:xfrm>
          <a:prstGeom prst="rect">
            <a:avLst/>
          </a:prstGeom>
          <a:solidFill>
            <a:srgbClr val="2B2BC8"/>
          </a:solidFill>
          <a:ln w="12700">
            <a:solidFill>
              <a:srgbClr val="2B2B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[Slide Title]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20040" y="1005840"/>
            <a:ext cx="3931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E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20040" y="1005840"/>
            <a:ext cx="3931920" cy="64008"/>
          </a:xfrm>
          <a:prstGeom prst="rect">
            <a:avLst/>
          </a:prstGeom>
          <a:solidFill>
            <a:srgbClr val="2B2BC8"/>
          </a:solidFill>
          <a:ln w="12700">
            <a:solidFill>
              <a:srgbClr val="2B2B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02920" y="11430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0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[Left Column Heading]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02920" y="169164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Key point one goes here with brief explanation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Key point two with relevant supporting detail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Key point three highlighting important insight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Key point four with call to action or next step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17720" y="1005840"/>
            <a:ext cx="42062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E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617720" y="1005840"/>
            <a:ext cx="4206240" cy="64008"/>
          </a:xfrm>
          <a:prstGeom prst="rect">
            <a:avLst/>
          </a:prstGeom>
          <a:solidFill>
            <a:srgbClr val="8080CC"/>
          </a:solidFill>
          <a:ln w="12700">
            <a:solidFill>
              <a:srgbClr val="8080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800600" y="11430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0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[Right Column Heading]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800600" y="1691640"/>
            <a:ext cx="38404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supporting content here — data, insights, visuals, or elaboration on the key points from the left. This could also be a chart, diagram, or image area.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0D78"/>
          </a:solidFill>
          <a:ln w="12700">
            <a:solidFill>
              <a:srgbClr val="0D0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Polymathics  |  Confidential</a:t>
            </a:r>
            <a:endParaRPr lang="en-US" sz="900" dirty="0"/>
          </a:p>
        </p:txBody>
      </p:sp>
      <p:pic>
        <p:nvPicPr>
          <p:cNvPr id="16" name="Picture 15" descr="A blue and white logo&#10;&#10;AI-generated content may be incorrect.">
            <a:extLst>
              <a:ext uri="{FF2B5EF4-FFF2-40B4-BE49-F238E27FC236}">
                <a16:creationId xmlns:a16="http://schemas.microsoft.com/office/drawing/2014/main" id="{C46742D4-77AD-F210-E02F-2BC85A2A7E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2301" y="47547"/>
            <a:ext cx="1518243" cy="71957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B2BC8"/>
          </a:solidFill>
          <a:ln w="12700">
            <a:solidFill>
              <a:srgbClr val="2B2B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[Section / Impact Title]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8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 and performance metrics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554480"/>
            <a:ext cx="2377440" cy="2560320"/>
          </a:xfrm>
          <a:prstGeom prst="rect">
            <a:avLst/>
          </a:prstGeom>
          <a:solidFill>
            <a:srgbClr val="2B2BC8"/>
          </a:solidFill>
          <a:ln w="12700">
            <a:solidFill>
              <a:srgbClr val="8080CC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1554480"/>
            <a:ext cx="2377440" cy="64008"/>
          </a:xfrm>
          <a:prstGeom prst="rect">
            <a:avLst/>
          </a:prstGeom>
          <a:solidFill>
            <a:srgbClr val="8080CC"/>
          </a:solidFill>
          <a:ln w="12700">
            <a:solidFill>
              <a:srgbClr val="8080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XX%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[Metric Label]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32918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context for this figure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11880" y="1554480"/>
            <a:ext cx="2377440" cy="2560320"/>
          </a:xfrm>
          <a:prstGeom prst="rect">
            <a:avLst/>
          </a:prstGeom>
          <a:solidFill>
            <a:srgbClr val="2B2BC8"/>
          </a:solidFill>
          <a:ln w="12700">
            <a:solidFill>
              <a:srgbClr val="8080CC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11880" y="1554480"/>
            <a:ext cx="2377440" cy="64008"/>
          </a:xfrm>
          <a:prstGeom prst="rect">
            <a:avLst/>
          </a:prstGeom>
          <a:solidFill>
            <a:srgbClr val="8080CC"/>
          </a:solidFill>
          <a:ln w="12700">
            <a:solidFill>
              <a:srgbClr val="8080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703320" y="173736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$XM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3703320" y="27432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[Metric Label]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49040" y="32918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context for this figure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0" y="1554480"/>
            <a:ext cx="2377440" cy="2560320"/>
          </a:xfrm>
          <a:prstGeom prst="rect">
            <a:avLst/>
          </a:prstGeom>
          <a:solidFill>
            <a:srgbClr val="2B2BC8"/>
          </a:solidFill>
          <a:ln w="12700">
            <a:solidFill>
              <a:srgbClr val="8080CC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00800" y="1554480"/>
            <a:ext cx="2377440" cy="64008"/>
          </a:xfrm>
          <a:prstGeom prst="rect">
            <a:avLst/>
          </a:prstGeom>
          <a:solidFill>
            <a:srgbClr val="8080CC"/>
          </a:solidFill>
          <a:ln w="12700">
            <a:solidFill>
              <a:srgbClr val="8080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92240" y="173736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XXx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6492240" y="27432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[Metric Label]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37960" y="32918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context for this figure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B2BC8"/>
          </a:solidFill>
          <a:ln w="12700">
            <a:solidFill>
              <a:srgbClr val="2B2B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Polymathics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0D78"/>
          </a:solidFill>
          <a:ln w="12700">
            <a:solidFill>
              <a:srgbClr val="0D0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50292"/>
          </a:xfrm>
          <a:prstGeom prst="rect">
            <a:avLst/>
          </a:prstGeom>
          <a:solidFill>
            <a:srgbClr val="2B2BC8"/>
          </a:solidFill>
          <a:ln w="12700">
            <a:solidFill>
              <a:srgbClr val="2B2B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[Slide Title]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20040" y="1005840"/>
            <a:ext cx="8503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E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20040" y="1005840"/>
            <a:ext cx="82296" cy="3657600"/>
          </a:xfrm>
          <a:prstGeom prst="rect">
            <a:avLst/>
          </a:prstGeom>
          <a:solidFill>
            <a:srgbClr val="2B2BC8"/>
          </a:solidFill>
          <a:ln w="12700">
            <a:solidFill>
              <a:srgbClr val="2B2B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48640" y="10972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0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[Content Heading]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1691640"/>
            <a:ext cx="80467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Primary point: Add your key message or finding here with supporting detail and context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Secondary point: Expand with relevant data, examples, or case study highlights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Supporting evidence: Reference specific metrics, customer outcomes, or ROI figures here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Next steps / recommendation: Clear, actionable guidance for the audience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0D78"/>
          </a:solidFill>
          <a:ln w="12700">
            <a:solidFill>
              <a:srgbClr val="0D0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Polymathics  |  Confidential</a:t>
            </a:r>
            <a:endParaRPr lang="en-US" sz="900" dirty="0"/>
          </a:p>
        </p:txBody>
      </p:sp>
      <p:pic>
        <p:nvPicPr>
          <p:cNvPr id="12" name="Picture 11" descr="A blue and white logo&#10;&#10;AI-generated content may be incorrect.">
            <a:extLst>
              <a:ext uri="{FF2B5EF4-FFF2-40B4-BE49-F238E27FC236}">
                <a16:creationId xmlns:a16="http://schemas.microsoft.com/office/drawing/2014/main" id="{F373067A-860C-201F-359A-33A986C013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2301" y="47547"/>
            <a:ext cx="1518243" cy="71957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B2BC8"/>
          </a:solidFill>
          <a:ln w="12700">
            <a:solidFill>
              <a:srgbClr val="2B2B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942832" y="0"/>
            <a:ext cx="201168" cy="5143500"/>
          </a:xfrm>
          <a:prstGeom prst="rect">
            <a:avLst/>
          </a:prstGeom>
          <a:solidFill>
            <a:srgbClr val="2B2BC8"/>
          </a:solidFill>
          <a:ln w="12700">
            <a:solidFill>
              <a:srgbClr val="2B2B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16916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2743200" y="2514600"/>
            <a:ext cx="3657600" cy="27432"/>
          </a:xfrm>
          <a:prstGeom prst="rect">
            <a:avLst/>
          </a:prstGeom>
          <a:solidFill>
            <a:srgbClr val="8080CC"/>
          </a:solidFill>
          <a:ln w="12700">
            <a:solidFill>
              <a:srgbClr val="8080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8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businesses with intelligent AI automation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3291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8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Farias  |  </a:t>
            </a:r>
            <a:r>
              <a:rPr lang="en-US" sz="1400" dirty="0" err="1">
                <a:solidFill>
                  <a:srgbClr val="C8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dagfarias@polymathicsai.com</a:t>
            </a:r>
            <a:r>
              <a:rPr lang="en-US" sz="1400" dirty="0">
                <a:solidFill>
                  <a:srgbClr val="C8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917-916-5299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808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www.polymathicsai.com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B2BC8"/>
          </a:solidFill>
          <a:ln w="12700">
            <a:solidFill>
              <a:srgbClr val="2B2B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Polymathics. All rights reserved.</a:t>
            </a:r>
            <a:endParaRPr lang="en-US" sz="900" dirty="0"/>
          </a:p>
        </p:txBody>
      </p:sp>
      <p:pic>
        <p:nvPicPr>
          <p:cNvPr id="12" name="Picture 11" descr="A blue and white logo&#10;&#10;AI-generated content may be incorrect.">
            <a:extLst>
              <a:ext uri="{FF2B5EF4-FFF2-40B4-BE49-F238E27FC236}">
                <a16:creationId xmlns:a16="http://schemas.microsoft.com/office/drawing/2014/main" id="{3A193F97-C9CF-65D3-1F9C-15DD8F8AA8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3268" y="306161"/>
            <a:ext cx="2897464" cy="13732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1617</TotalTime>
  <Words>338</Words>
  <Application>Microsoft Macintosh PowerPoint</Application>
  <PresentationFormat>On-screen Show (16:9)</PresentationFormat>
  <Paragraphs>70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Polymathics – Presentation Template</dc:title>
  <dc:subject>AI Automation Demo Template</dc:subject>
  <dc:creator>Polymathics</dc:creator>
  <cp:lastModifiedBy>Dagoberto Farias</cp:lastModifiedBy>
  <cp:revision>2</cp:revision>
  <dcterms:created xsi:type="dcterms:W3CDTF">2026-03-02T15:02:20Z</dcterms:created>
  <dcterms:modified xsi:type="dcterms:W3CDTF">2026-03-03T18:11:25Z</dcterms:modified>
</cp:coreProperties>
</file>