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7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tableStyles" Target="tableStyles.xml"/><Relationship Id="rId1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08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  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  <Relationship Id="rId2" Type="http://schemas.openxmlformats.org/officeDocument/2006/relationships/notesMaster" Target="../notesMasters/notesMaster1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  <Relationship Id="rId2" Type="http://schemas.openxmlformats.org/officeDocument/2006/relationships/notesMaster" Target="../notesMasters/notesMaster1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  <Relationship Id="rId2" Type="http://schemas.openxmlformats.org/officeDocument/2006/relationships/notesMaster" Target="../notesMasters/notesMaster1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  <Relationship Id="rId2" Type="http://schemas.openxmlformats.org/officeDocument/2006/relationships/notesMaster" Target="../notesMasters/notesMaster1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  <Relationship Id="rId2" Type="http://schemas.openxmlformats.org/officeDocument/2006/relationships/notesMaster" Target="../notesMasters/notesMaster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  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 for Modern Business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560320" y="2926080"/>
            <a:ext cx="4023360" cy="22860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Use Cases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Solutions  • 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polymathics.ai</a:t>
            </a:r>
            <a:endParaRPr lang="en-US" sz="1000" dirty="0"/>
          </a:p>
        </p:txBody>
      </p:sp>
      <p:pic>
        <p:nvPicPr>
          <p:cNvPr id="14" name="Picture 13" descr="A blue and white logo&#10;&#10;AI-generated content may be incorrect.">
            <a:extLst>
              <a:ext uri="{FF2B5EF4-FFF2-40B4-BE49-F238E27FC236}">
                <a16:creationId xmlns:a16="http://schemas.microsoft.com/office/drawing/2014/main" id="{AE91F655-7FDA-EF09-33D3-450606B47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68" y="507197"/>
            <a:ext cx="2897464" cy="1373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Project Dashboard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across all active projects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87752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87752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87752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24912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from Bid Documents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24912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quantity takeoffs in minutes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64024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64024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64024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901184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Bid-to-Gantt Automation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01184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requirements into project schedules instantly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40296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40296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40296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77456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77456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metrics across all three automation use cases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29" name="Picture 28" descr="A blue and white logo&#10;&#10;AI-generated content may be incorrect.">
            <a:extLst>
              <a:ext uri="{FF2B5EF4-FFF2-40B4-BE49-F238E27FC236}">
                <a16:creationId xmlns:a16="http://schemas.microsoft.com/office/drawing/2014/main" id="{AD9A87A0-6FDC-F09D-9200-3579F14C5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27432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Project Dashboard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project visibility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2057400"/>
            <a:ext cx="109728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2860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aggregates data from multiple sources to deliver real-time dashboards — no manual updates needed.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066683B4-8D65-612A-6C91-FB0EFA8D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0" y="365760"/>
            <a:ext cx="789112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Fragmented Project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8503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82296" cy="36576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 for Construction Project Managers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Scattered data: Project updates live in emails, spreadsheets, and disconnected apps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reporting: PMs spend 5–10 hours/week compiling status reports by hand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real-time visibility: Leadership lacks live insight into schedule, budget, and risk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Delayed decisions: Issues surface late due to lagging, fragmented reporting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F373067A-860C-201F-359A-33A986C0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Dynamic Project Dashboard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3931920" cy="64008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Modules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 Tracker: Live Gantt view across all active projects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Monitor: Real-time cost vs. forecast with variance alerts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Log: Auto-prioritized issues and blockers by severity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Subcontractor Status: Daily progress updates pulled automatically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100584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1005840"/>
            <a:ext cx="42062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Polymathics Powers It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16916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connects to your existing project management tools (Procore, Buildertrend, MS Project) and automatically pulls, normalizes, and visualizes data in a single live dashboard — updated every hour without any manual input.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6" name="Picture 15" descr="A blue and white logo&#10;&#10;AI-generated content may be incorrect.">
            <a:extLst>
              <a:ext uri="{FF2B5EF4-FFF2-40B4-BE49-F238E27FC236}">
                <a16:creationId xmlns:a16="http://schemas.microsoft.com/office/drawing/2014/main" id="{C46742D4-77AD-F210-E02F-2BC85A2A7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27432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from Bid Documents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estimation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2057400"/>
            <a:ext cx="109728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2860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bid documents and let AI extract quantities, materials, and labor costs — delivering a complete estimate in minutes, not days.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066683B4-8D65-612A-6C91-FB0EFA8D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0" y="365760"/>
            <a:ext cx="789112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Bid Document Analysis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8503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82296" cy="36576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Estimation Process Works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1 — Upload: Drop in bid documents (PDF, Excel, CAD) into the Polymathics portal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2 — Extract: AI reads and parses scope of work, specs, and quantity tables automatically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3 — Estimate: Labor, materials, and equipment costs are calculated using live price databases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4 — Export: Receive a structured estimate in Excel or your estimating software format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F373067A-860C-201F-359A-33A986C0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After: The Estimation Process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3931920" cy="64008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Process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2–5 days of manual document review per bid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of human error in quantity takeoffs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Estimators pulled away from higher-value work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Inconsistent formats across bids and projects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100584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1005840"/>
            <a:ext cx="42062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Polymathics AI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16916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generated in under 30 minutes with 95%+ accuracy. Estimators review and adjust rather than build from scratch — freeing them to focus on strategy, client relationships, and winning more bids.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6" name="Picture 15" descr="A blue and white logo&#10;&#10;AI-generated content may be incorrect.">
            <a:extLst>
              <a:ext uri="{FF2B5EF4-FFF2-40B4-BE49-F238E27FC236}">
                <a16:creationId xmlns:a16="http://schemas.microsoft.com/office/drawing/2014/main" id="{C46742D4-77AD-F210-E02F-2BC85A2A7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27432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Bid-to-Gantt Automation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project scheduling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2057400"/>
            <a:ext cx="109728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2860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bid requirements and project scope directly into detailed, phased Gantt charts — ready to share with your team in minutes.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066683B4-8D65-612A-6C91-FB0EFA8D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0" y="365760"/>
            <a:ext cx="789112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Bid Requirements to Gantt Chart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8503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82296" cy="36576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Workflow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Input: Provide bid documents, scope of work, or a project requirements brief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Parse: AI identifies all project phases, tasks, dependencies, and durations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Generate: A fully structured Gantt chart is created with realistic timelines and milestones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Export: Download as MS Project, Excel, or Procore-compatible format for immediate use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F373067A-860C-201F-359A-33A986C0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Across Construction Automation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Estimating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takeoff time from days to hours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32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Savings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mid-sized GC adopting AI estimation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Scheduling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schedules generated in minutes vs. days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2743200" y="2514600"/>
            <a:ext cx="3657600" cy="27432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businesses with intelligent AI automation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Farias  |  </a:t>
            </a:r>
            <a:r>
              <a:rPr lang="en-US" sz="1400" dirty="0" err="1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dagfarias@polymathicsai.com</a:t>
            </a: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917-916-5299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www.polymathicsai.com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Polymathics. All rights reserved.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3A193F97-C9CF-65D3-1F9C-15DD8F8AA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68" y="306161"/>
            <a:ext cx="2897464" cy="1373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</TotalTime>
  <Words>338</Words>
  <Application>Microsoft Macintosh PowerPoint</Application>
  <PresentationFormat>On-screen Show (16:9)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Polymathics – Presentation Template</dc:title>
  <dc:subject>AI Automation Demo Template</dc:subject>
  <dc:creator>Polymathics</dc:creator>
  <cp:lastModifiedBy>Dagoberto Farias</cp:lastModifiedBy>
  <cp:revision>2</cp:revision>
  <dcterms:created xsi:type="dcterms:W3CDTF">2026-03-02T15:02:20Z</dcterms:created>
  <dcterms:modified xsi:type="dcterms:W3CDTF">2026-03-03T17:48:25Z</dcterms:modified>
</cp:coreProperties>
</file>